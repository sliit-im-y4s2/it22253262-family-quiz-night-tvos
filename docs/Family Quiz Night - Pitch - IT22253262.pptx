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d543b94-d629-c280-4f2f-f2f407646930}">
          <p14:sldIdLst>
            <p14:sldId id="256"/>
            <p14:sldId id="257"/>
          </p14:sldIdLst>
        </p14:section>
        <p14:section name="Product" id="{cfc70153-c59d-bfa1-fa43-7186867b9b8c}">
          <p14:sldIdLst>
            <p14:sldId id="258"/>
            <p14:sldId id="259"/>
            <p14:sldId id="260"/>
          </p14:sldIdLst>
        </p14:section>
        <p14:section name="Market" id="{cdc973c7-fc04-d60c-8d7a-50aa8b819878}">
          <p14:sldIdLst>
            <p14:sldId id="261"/>
            <p14:sldId id="262"/>
          </p14:sldIdLst>
        </p14:section>
        <p14:section name="Business" id="{d1da66cb-9694-42ac-2682-65e92521fa72}">
          <p14:sldIdLst>
            <p14:sldId id="263"/>
            <p14:sldId id="264"/>
            <p14:sldId id="265"/>
          </p14:sldIdLst>
        </p14:section>
        <p14:section name="Close" id="{310827c7-0c7a-c392-4b74-52d58645d76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app in one sentence: a quiz game the whole family plays together on the TV, sharing one Siri Remote.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Asan M A M · IT22253262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Family Quiz Night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living-room quiz for 2–4 players on Apple TV. One remote, no phones, pass it 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Asan M A M · IT22253262 · SE4041 Assignment 02 Part B</a:t>
            </a:r>
            <a:endParaRPr lang="en-US" sz="1600" dirty="0"/>
          </a:p>
        </p:txBody>
      </p:sp>
      <p:pic>
        <p:nvPicPr>
          <p:cNvPr id="4" name="Image 0" descr="C:\Users\Asan\AppData\Local\Temp\claude\d--Git-IE1030---DCN-Prorata\f1367a10-4a26-4c04-af38-149772b2a922\scratchpad\deck\img\B01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3291840" cy="18516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Family time has moved to separate screens</a:t>
            </a:r>
            <a:endParaRPr lang="en-US" sz="3000" dirty="0"/>
          </a:p>
        </p:txBody>
      </p:sp>
      <p:sp>
        <p:nvSpPr>
          <p:cNvPr id="3" name="card-Everyone on a phone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Everyone on a phone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Evenings at home are spent side by side, each person on their own device.</a:t>
            </a:r>
            <a:endParaRPr lang="en-US" sz="1300" dirty="0"/>
          </a:p>
        </p:txBody>
      </p:sp>
      <p:sp>
        <p:nvSpPr>
          <p:cNvPr id="8" name="card-The TV is only watched"/>
          <p:cNvSpPr/>
          <p:nvPr/>
        </p:nvSpPr>
        <p:spPr>
          <a:xfrm>
            <a:off x="326898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TV is only watched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biggest screen in the house is used passively; very few TV games are made for families.</a:t>
            </a:r>
            <a:endParaRPr lang="en-US" sz="1300" dirty="0"/>
          </a:p>
        </p:txBody>
      </p:sp>
      <p:sp>
        <p:nvSpPr>
          <p:cNvPr id="13" name="card-Party games need setup"/>
          <p:cNvSpPr/>
          <p:nvPr/>
        </p:nvSpPr>
        <p:spPr>
          <a:xfrm>
            <a:off x="608076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Party games need setup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Popular party games ask every player for a phone, an account or extra controllers.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Opportunity: a game the whole family plays on one shared screen, with nothing to install or sign in 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remote, taking turns on the big screen</a:t>
            </a:r>
            <a:endParaRPr lang="en-US" sz="3000" dirty="0"/>
          </a:p>
        </p:txBody>
      </p:sp>
      <p:pic>
        <p:nvPicPr>
          <p:cNvPr id="3" name="Image 0" descr="C:\Users\Asan\AppData\Local\Temp\claude\d--Git-IE1030---DCN-Prorata\f1367a10-4a26-4c04-af38-149772b2a922\scratchpad\deck\img\B04-ques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754880" cy="26746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0" y="123444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Hot-seat turns: the remote is passed to the next player after each question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Scoreboard shows whose turn it is, from across the room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15-second timer with a speed bonus keeps it lively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Three categories plus a Mixed Bag, including a Sri Lanka round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full game in four steps</a:t>
            </a:r>
            <a:endParaRPr lang="en-US" sz="3000" dirty="0"/>
          </a:p>
        </p:txBody>
      </p:sp>
      <p:pic>
        <p:nvPicPr>
          <p:cNvPr id="3" name="Image 0" descr="C:\Users\Asan\AppData\Local\Temp\claude\d--Git-IE1030---DCN-Prorata\f1367a10-4a26-4c04-af38-149772b2a922\scratchpad\deck\img\B02-play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920240" cy="107899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 players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2–4 players, each with an animal and colour</a:t>
            </a:r>
            <a:endParaRPr lang="en-US" sz="1300" dirty="0"/>
          </a:p>
        </p:txBody>
      </p:sp>
      <p:pic>
        <p:nvPicPr>
          <p:cNvPr id="8" name="Image 1" descr="C:\Users\Asan\AppData\Local\Temp\claude\d--Git-IE1030---DCN-Prorata\f1367a10-4a26-4c04-af38-149772b2a922\scratchpad\deck\img\B03-categori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80160"/>
            <a:ext cx="1920240" cy="107899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2560320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5603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01752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Pick a category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Tiles lift and tilt under focus</a:t>
            </a:r>
            <a:endParaRPr lang="en-US" sz="1300" dirty="0"/>
          </a:p>
        </p:txBody>
      </p:sp>
      <p:pic>
        <p:nvPicPr>
          <p:cNvPr id="13" name="Image 2" descr="C:\Users\Asan\AppData\Local\Temp\claude\d--Git-IE1030---DCN-Prorata\f1367a10-4a26-4c04-af38-149772b2a922\scratchpad\deck\img\B05-correc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1920240" cy="107899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4" name="Shape 9"/>
          <p:cNvSpPr/>
          <p:nvPr/>
        </p:nvSpPr>
        <p:spPr>
          <a:xfrm>
            <a:off x="4663440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6634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 in turn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Correct = 100 points + up to 50 for speed</a:t>
            </a:r>
            <a:endParaRPr lang="en-US" sz="1300" dirty="0"/>
          </a:p>
        </p:txBody>
      </p:sp>
      <p:pic>
        <p:nvPicPr>
          <p:cNvPr id="18" name="Image 3" descr="C:\Users\Asan\AppData\Local\Temp\claude\d--Git-IE1030---DCN-Prorata\f1367a10-4a26-4c04-af38-149772b2a922\scratchpad\deck\img\B07-result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80160"/>
            <a:ext cx="1920240" cy="107899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9" name="Shape 13"/>
          <p:cNvSpPr/>
          <p:nvPr/>
        </p:nvSpPr>
        <p:spPr>
          <a:xfrm>
            <a:off x="6766560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7665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22376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Crown the winner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Podium, draws handled, Play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Built for tvOS, not ported to it</a:t>
            </a:r>
            <a:endParaRPr lang="en-US" sz="3000" dirty="0"/>
          </a:p>
        </p:txBody>
      </p:sp>
      <p:pic>
        <p:nvPicPr>
          <p:cNvPr id="3" name="Image 0" descr="C:\Users\Asan\AppData\Local\Temp\claude\d--Git-IE1030---DCN-Prorata\f1367a10-4a26-4c04-af38-149772b2a922\scratchpad\deck\img\B06-wro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34440"/>
            <a:ext cx="4754880" cy="26746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12344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Focus engine: answer cards lift and tilt as you swipe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Siri Remote only: swipe, click, Back to pause or quit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Multi-user: turn rotation, per-player colour, live scoreboard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Readable from the sofa: large type, high contrast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Animated mesh-gradient background, shake on wrong answers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Similar apps need a phone for every player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App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How people play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Where Quiz Night differs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Kahoot!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Questions on a shared screen; every player answers on their own phone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phones or accounts; one remote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Jackbox Party Packs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Game on the TV; players join and play from phones or browsers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Nothing to join; built for families and children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Trivia Crack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Mobile trivia, mostly one-to-one against online opponents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Played together, in the same room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Heads Up!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Party guessing game on a single phone held up to the forehead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Uses the TV so everyone can see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Who it is for</a:t>
            </a:r>
            <a:endParaRPr lang="en-US" sz="3000" dirty="0"/>
          </a:p>
        </p:txBody>
      </p:sp>
      <p:sp>
        <p:nvSpPr>
          <p:cNvPr id="3" name="card-Families with children 8+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Families with children 8+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Parents looking for a shared, screen-based activity that isn't passive viewing.</a:t>
            </a:r>
            <a:endParaRPr lang="en-US" sz="1300" dirty="0"/>
          </a:p>
        </p:txBody>
      </p:sp>
      <p:sp>
        <p:nvSpPr>
          <p:cNvPr id="8" name="card-Friends and gatherings"/>
          <p:cNvSpPr/>
          <p:nvPr/>
        </p:nvSpPr>
        <p:spPr>
          <a:xfrm>
            <a:off x="326898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Friends and gatherings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Festive seasons and get-togethers, e.g. Sinhala and Tamil New Year.</a:t>
            </a:r>
            <a:endParaRPr lang="en-US" sz="1300" dirty="0"/>
          </a:p>
        </p:txBody>
      </p:sp>
      <p:sp>
        <p:nvSpPr>
          <p:cNvPr id="13" name="card-Classrooms"/>
          <p:cNvSpPr/>
          <p:nvPr/>
        </p:nvSpPr>
        <p:spPr>
          <a:xfrm>
            <a:off x="608076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Classrooms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Teachers running a quick revision quiz on a classroom Apple TV.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Beachhead: Apple TV households in Sri Lanka, with local content the global apps don't offer.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Value proposition</a:t>
            </a:r>
            <a:endParaRPr lang="en-US" sz="3000" dirty="0"/>
          </a:p>
        </p:txBody>
      </p:sp>
      <p:sp>
        <p:nvSpPr>
          <p:cNvPr id="3" name="card-Zero setup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Zero setup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the app and play. No accounts, downloads or phones.</a:t>
            </a:r>
            <a:endParaRPr lang="en-US" sz="1300" dirty="0"/>
          </a:p>
        </p:txBody>
      </p:sp>
      <p:sp>
        <p:nvSpPr>
          <p:cNvPr id="8" name="card-Fair for all ages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Fair for all ages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Speed bonus rewards quick answers; turns give everyone a go.</a:t>
            </a:r>
            <a:endParaRPr lang="en-US" sz="1300" dirty="0"/>
          </a:p>
        </p:txBody>
      </p:sp>
      <p:sp>
        <p:nvSpPr>
          <p:cNvPr id="13" name="card-Local content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Local content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Sri Lanka category that global quiz apps don't have.</a:t>
            </a:r>
            <a:endParaRPr lang="en-US" sz="1300" dirty="0"/>
          </a:p>
        </p:txBody>
      </p:sp>
      <p:sp>
        <p:nvSpPr>
          <p:cNvPr id="18" name="card-Private by design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Private by design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sign-in, no ads to children, nothing leaves the TV.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Revenue model (proposed)</a:t>
            </a:r>
            <a:endParaRPr lang="en-US" sz="3000" dirty="0"/>
          </a:p>
        </p:txBody>
      </p:sp>
      <p:sp>
        <p:nvSpPr>
          <p:cNvPr id="3" name="card-Free to play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Free to play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Core game with three categories, so families can try it with no risk.</a:t>
            </a:r>
            <a:endParaRPr lang="en-US" sz="1300" dirty="0"/>
          </a:p>
        </p:txBody>
      </p:sp>
      <p:sp>
        <p:nvSpPr>
          <p:cNvPr id="8" name="card-Question packs"/>
          <p:cNvSpPr/>
          <p:nvPr/>
        </p:nvSpPr>
        <p:spPr>
          <a:xfrm>
            <a:off x="326898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14173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Question packs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One-off in-app purchases: movies, sport, science, school syllabus packs.</a:t>
            </a:r>
            <a:endParaRPr lang="en-US" sz="1300" dirty="0"/>
          </a:p>
        </p:txBody>
      </p:sp>
      <p:sp>
        <p:nvSpPr>
          <p:cNvPr id="13" name="card-Family Plus"/>
          <p:cNvSpPr/>
          <p:nvPr/>
        </p:nvSpPr>
        <p:spPr>
          <a:xfrm>
            <a:off x="608076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Family Plus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Optional subscription: every pack, custom quizzes written on iPhone, school licences.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Sold through the App Store with Family Sharing, so one purchase covers the household.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Go-to-market in three phases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74980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Sri Lanka App Store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 version with the Sri Lanka category; launch around New Year when families gather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186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04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980" y="2240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186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Schools and seasons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Teacher packs for classrooms; themed packs for Vesak, Christmas and cricket season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EXPAND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2240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Languages and buzzers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Sinhala and Tamil questions; iPhones as optional buzzers for 5+ players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working, tested prototype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 tests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 tests driven by the Siri Remote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36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questions in 3 categories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screens, MVVM architecture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SwiftUI on tvOS 26 · @Observable game engine with no UI code · NavigationStack routing · focus-aware custom components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Let's play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Live demo on the Apple TV simulator.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Thank you – questions welcome.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Asan M A M · IT22253262</a:t>
            </a:r>
            <a:endParaRPr lang="en-US" sz="1600" dirty="0"/>
          </a:p>
        </p:txBody>
      </p:sp>
      <p:pic>
        <p:nvPicPr>
          <p:cNvPr id="4" name="Image 0" descr="C:\Users\Asan\AppData\Local\Temp\claude\d--Git-IE1030---DCN-Prorata\f1367a10-4a26-4c04-af38-149772b2a922\scratchpad\deck\img\B07-resul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3291840" cy="18516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uiz Night">
  <a:themeElements>
    <a:clrScheme name="Quiz Night">
      <a:dk1>
        <a:srgbClr val="1F1B2E"/>
      </a:dk1>
      <a:lt1>
        <a:srgbClr val="FFFFFF"/>
      </a:lt1>
      <a:dk2>
        <a:srgbClr val="24124A"/>
      </a:dk2>
      <a:lt2>
        <a:srgbClr val="F1EBFF"/>
      </a:lt2>
      <a:accent1>
        <a:srgbClr val="8B3DFF"/>
      </a:accent1>
      <a:accent2>
        <a:srgbClr val="E0399B"/>
      </a:accent2>
      <a:accent3>
        <a:srgbClr val="F59E0B"/>
      </a:accent3>
      <a:accent4>
        <a:srgbClr val="14B8A6"/>
      </a:accent4>
      <a:accent5>
        <a:srgbClr val="22C55E"/>
      </a:accent5>
      <a:accent6>
        <a:srgbClr val="7C6F99"/>
      </a:accent6>
      <a:hlink>
        <a:srgbClr val="8B3DFF"/>
      </a:hlink>
      <a:folHlink>
        <a:srgbClr val="6D28D9"/>
      </a:folHlink>
    </a:clrScheme>
    <a:fontScheme name="Quiz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Quiz Night – Investor Pitch</dc:title>
  <dc:subject>PptxGenJS Presentation</dc:subject>
  <dc:creator>Asan M A M (IT22253262)</dc:creator>
  <cp:lastModifiedBy>Asan M A M (IT22253262)</cp:lastModifiedBy>
  <cp:revision>1</cp:revision>
  <dcterms:created xsi:type="dcterms:W3CDTF">2026-10-15T13:15:16Z</dcterms:created>
  <dcterms:modified xsi:type="dcterms:W3CDTF">2026-10-15T13:15:16Z</dcterms:modified>
</cp:coreProperties>
</file>